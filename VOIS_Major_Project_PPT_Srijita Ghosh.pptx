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111" d="100"/>
          <a:sy n="111" d="100"/>
        </p:scale>
        <p:origin x="474"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130059" y="3583914"/>
            <a:ext cx="6996024" cy="861497"/>
          </a:xfrm>
        </p:spPr>
        <p:txBody>
          <a:bodyPr vert="horz" lIns="91440" tIns="45720" rIns="91440" bIns="45720" rtlCol="0" anchor="t">
            <a:normAutofit fontScale="85000" lnSpcReduction="10000"/>
          </a:bodyPr>
          <a:lstStyle/>
          <a:p>
            <a:r>
              <a:rPr lang="en-US" b="0" dirty="0">
                <a:solidFill>
                  <a:schemeClr val="tx1"/>
                </a:solidFill>
              </a:rPr>
              <a:t>Student Name- Srijita Ghosh</a:t>
            </a:r>
            <a:endParaRPr lang="en-IN" b="0" dirty="0">
              <a:solidFill>
                <a:schemeClr val="tx1"/>
              </a:solidFill>
            </a:endParaRPr>
          </a:p>
          <a:p>
            <a:r>
              <a:rPr lang="en-US" b="0" dirty="0">
                <a:solidFill>
                  <a:schemeClr val="tx1"/>
                </a:solidFill>
              </a:rPr>
              <a:t>College Name- University of Engineering and Management, Kolkata</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958007"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(its available in your offer letter)</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17585" y="1875556"/>
            <a:ext cx="7927675" cy="3607987"/>
          </a:xfrm>
        </p:spPr>
        <p:txBody>
          <a:bodyPr vert="horz" lIns="91440" tIns="45720" rIns="91440" bIns="45720" rtlCol="0" anchor="t">
            <a:normAutofit fontScale="70000" lnSpcReduction="20000"/>
          </a:bodyPr>
          <a:lstStyle/>
          <a:p>
            <a:r>
              <a:rPr lang="en-IN" sz="2800" dirty="0"/>
              <a:t>Agriculture is strongly affected by seasonal changes in weather, soil conditions, water availability, farming practices and economic factors.</a:t>
            </a:r>
          </a:p>
          <a:p>
            <a:endParaRPr lang="en-IN" sz="2800" dirty="0"/>
          </a:p>
          <a:p>
            <a:r>
              <a:rPr lang="en-IN" sz="2800" dirty="0"/>
              <a:t>Because these factors change from season to season, agricultural output and financial performance may also vary.</a:t>
            </a:r>
          </a:p>
          <a:p>
            <a:endParaRPr lang="en-IN" sz="2800" dirty="0"/>
          </a:p>
          <a:p>
            <a:r>
              <a:rPr lang="en-IN" sz="2800" dirty="0"/>
              <a:t>This project aims to examine the available agricultural data and determine how farming performance differs across seasons, while identifying important trends, relationships and unusual patterns.</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400" y="805213"/>
            <a:ext cx="8923548" cy="830997"/>
          </a:xfrm>
        </p:spPr>
        <p:txBody>
          <a:bodyPr>
            <a:normAutofit fontScale="90000"/>
          </a:bodyPr>
          <a:lstStyle/>
          <a:p>
            <a:r>
              <a:rPr lang="en-GB" dirty="0"/>
              <a:t>Project Description</a:t>
            </a:r>
            <a:br>
              <a:rPr lang="en-GB" dirty="0"/>
            </a:br>
            <a:br>
              <a:rPr lang="en-GB" dirty="0"/>
            </a:br>
            <a:r>
              <a:rPr lang="en-IN" sz="1800" dirty="0"/>
              <a:t>The project focuses on analysing agricultural records collected from different farming conditions and seasons.</a:t>
            </a:r>
            <a:br>
              <a:rPr lang="en-IN" sz="1800" dirty="0"/>
            </a:br>
            <a:br>
              <a:rPr lang="en-IN" sz="1800" dirty="0"/>
            </a:br>
            <a:r>
              <a:rPr lang="en-IN" sz="1800" b="0" dirty="0"/>
              <a:t>The dataset is explored to understand variations in crop production, yield, profit, irrigation, water efficiency, environmental conditions and agricultural risk.</a:t>
            </a:r>
            <a:br>
              <a:rPr lang="en-IN" sz="1800" b="0" dirty="0"/>
            </a:br>
            <a:r>
              <a:rPr lang="en-IN" sz="1800" b="0" dirty="0"/>
              <a:t>The analysis involves:</a:t>
            </a:r>
            <a:br>
              <a:rPr lang="en-IN" sz="1800" b="0" dirty="0"/>
            </a:br>
            <a:r>
              <a:rPr lang="en-IN" sz="1800" dirty="0"/>
              <a:t>• Data preprocessing and cleaning</a:t>
            </a:r>
            <a:br>
              <a:rPr lang="en-IN" sz="1800" dirty="0"/>
            </a:br>
            <a:r>
              <a:rPr lang="en-IN" sz="1800" dirty="0"/>
              <a:t>• Exploratory data analysis</a:t>
            </a:r>
            <a:br>
              <a:rPr lang="en-IN" sz="1800" dirty="0"/>
            </a:br>
            <a:r>
              <a:rPr lang="en-IN" sz="1800" dirty="0"/>
              <a:t>• Seasonal comparison</a:t>
            </a:r>
            <a:br>
              <a:rPr lang="en-IN" sz="1800" dirty="0"/>
            </a:br>
            <a:r>
              <a:rPr lang="en-IN" sz="1800" dirty="0"/>
              <a:t>• Crop and irrigation analysis</a:t>
            </a:r>
            <a:br>
              <a:rPr lang="en-IN" sz="1800" dirty="0"/>
            </a:br>
            <a:r>
              <a:rPr lang="en-IN" sz="1800" dirty="0"/>
              <a:t>• Correlation analysis</a:t>
            </a:r>
            <a:br>
              <a:rPr lang="en-IN" sz="1800" dirty="0"/>
            </a:br>
            <a:r>
              <a:rPr lang="en-IN" sz="1800" dirty="0"/>
              <a:t>• Statistical testing</a:t>
            </a:r>
            <a:br>
              <a:rPr lang="en-IN" sz="1800" dirty="0"/>
            </a:br>
            <a:r>
              <a:rPr lang="en-IN" sz="1800" dirty="0"/>
              <a:t>• Data visualization</a:t>
            </a:r>
            <a:br>
              <a:rPr lang="en-IN" sz="1800" dirty="0"/>
            </a:br>
            <a:r>
              <a:rPr lang="en-IN" sz="1800" dirty="0"/>
              <a:t>• Interpretation of results</a:t>
            </a:r>
            <a:br>
              <a:rPr lang="en-IN" sz="1800" dirty="0"/>
            </a:br>
            <a:br>
              <a:rPr lang="en-IN" sz="1800" dirty="0"/>
            </a:br>
            <a:r>
              <a:rPr lang="en-IN" sz="1800" b="0" dirty="0"/>
              <a:t>The final findings are used to suggest ways in which agricultural planning can be improved.</a:t>
            </a:r>
            <a:br>
              <a:rPr lang="en-IN" sz="1800" b="0" dirty="0"/>
            </a:br>
            <a:br>
              <a:rPr lang="en-IN" sz="2000" b="0" dirty="0"/>
            </a:br>
            <a:br>
              <a:rPr lang="en-GB" sz="1200"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155222" cy="3990023"/>
          </a:xfrm>
        </p:spPr>
        <p:txBody>
          <a:bodyPr>
            <a:normAutofit/>
          </a:bodyPr>
          <a:lstStyle/>
          <a:p>
            <a:r>
              <a:rPr lang="en-IN" sz="1800" b="1" dirty="0"/>
              <a:t>Farmers- </a:t>
            </a:r>
            <a:r>
              <a:rPr lang="en-IN" sz="1800" dirty="0"/>
              <a:t>Can use seasonal performance information to improve crop and resource planning.</a:t>
            </a:r>
          </a:p>
          <a:p>
            <a:r>
              <a:rPr lang="en-IN" sz="1800" b="1" dirty="0"/>
              <a:t>Agricultural Managers- </a:t>
            </a:r>
            <a:r>
              <a:rPr lang="en-IN" sz="1800" dirty="0"/>
              <a:t>Can compare productivity and profitability across different farming periods.</a:t>
            </a:r>
          </a:p>
          <a:p>
            <a:r>
              <a:rPr lang="en-IN" sz="1800" b="1" dirty="0"/>
              <a:t>Government &amp; Agricultural Planners</a:t>
            </a:r>
            <a:r>
              <a:rPr lang="en-IN" sz="1800" dirty="0"/>
              <a:t>- Can use data-based findings to support seasonal agricultural strategies.</a:t>
            </a:r>
          </a:p>
          <a:p>
            <a:r>
              <a:rPr lang="en-IN" sz="1800" b="1" dirty="0"/>
              <a:t>Irrigation Managers</a:t>
            </a:r>
            <a:r>
              <a:rPr lang="en-IN" sz="1800" dirty="0"/>
              <a:t>- Can examine water consumption and efficiency across irrigation methods.</a:t>
            </a:r>
          </a:p>
          <a:p>
            <a:r>
              <a:rPr lang="en-IN" sz="1800" b="1" dirty="0"/>
              <a:t>Researchers &amp; Analysts</a:t>
            </a:r>
            <a:r>
              <a:rPr lang="en-IN" sz="1800" dirty="0"/>
              <a:t>- Can use the findings as a basis for further agricultural research and predictive analysis.</a:t>
            </a:r>
          </a:p>
          <a:p>
            <a:pPr algn="just">
              <a:lnSpc>
                <a:spcPct val="150000"/>
              </a:lnSpc>
            </a:pP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52754" y="940279"/>
            <a:ext cx="7865565" cy="5889905"/>
          </a:xfrm>
        </p:spPr>
        <p:txBody>
          <a:bodyPr>
            <a:normAutofit fontScale="77500" lnSpcReduction="20000"/>
          </a:bodyPr>
          <a:lstStyle/>
          <a:p>
            <a:pPr marL="0" indent="0">
              <a:lnSpc>
                <a:spcPct val="120000"/>
              </a:lnSpc>
              <a:buNone/>
            </a:pPr>
            <a:r>
              <a:rPr lang="en-IN" sz="2200" b="1" u="sng" dirty="0"/>
              <a:t>Programming Language</a:t>
            </a:r>
          </a:p>
          <a:p>
            <a:pPr marL="0" indent="0">
              <a:lnSpc>
                <a:spcPct val="120000"/>
              </a:lnSpc>
              <a:buNone/>
            </a:pPr>
            <a:r>
              <a:rPr lang="en-IN" dirty="0"/>
              <a:t>Python</a:t>
            </a:r>
          </a:p>
          <a:p>
            <a:pPr marL="0" indent="0">
              <a:lnSpc>
                <a:spcPct val="120000"/>
              </a:lnSpc>
              <a:buNone/>
            </a:pPr>
            <a:r>
              <a:rPr lang="en-IN" sz="2200" b="1" u="sng" dirty="0"/>
              <a:t>Environment</a:t>
            </a:r>
          </a:p>
          <a:p>
            <a:pPr marL="0" indent="0">
              <a:lnSpc>
                <a:spcPct val="120000"/>
              </a:lnSpc>
              <a:buNone/>
            </a:pPr>
            <a:r>
              <a:rPr lang="en-IN" dirty="0"/>
              <a:t>Google </a:t>
            </a:r>
            <a:r>
              <a:rPr lang="en-IN" dirty="0" err="1"/>
              <a:t>Colab</a:t>
            </a:r>
            <a:endParaRPr lang="en-IN" dirty="0"/>
          </a:p>
          <a:p>
            <a:pPr marL="0" indent="0">
              <a:lnSpc>
                <a:spcPct val="120000"/>
              </a:lnSpc>
              <a:buNone/>
            </a:pPr>
            <a:r>
              <a:rPr lang="en-IN" sz="2200" b="1" u="sng" dirty="0"/>
              <a:t>Libraries</a:t>
            </a:r>
          </a:p>
          <a:p>
            <a:pPr marL="0" indent="0">
              <a:lnSpc>
                <a:spcPct val="120000"/>
              </a:lnSpc>
              <a:buNone/>
            </a:pPr>
            <a:r>
              <a:rPr lang="en-IN" dirty="0"/>
              <a:t>• Pandas — Data manipulation and cleaning</a:t>
            </a:r>
            <a:br>
              <a:rPr lang="en-IN" dirty="0"/>
            </a:br>
            <a:r>
              <a:rPr lang="en-IN" dirty="0"/>
              <a:t>• NumPy — Numerical operations</a:t>
            </a:r>
            <a:br>
              <a:rPr lang="en-IN" dirty="0"/>
            </a:br>
            <a:r>
              <a:rPr lang="en-IN" dirty="0"/>
              <a:t>• Matplotlib — Graphs and visualizations</a:t>
            </a:r>
            <a:br>
              <a:rPr lang="en-IN" dirty="0"/>
            </a:br>
            <a:r>
              <a:rPr lang="en-IN" dirty="0"/>
              <a:t>• SciPy — Statistical analysis</a:t>
            </a:r>
          </a:p>
          <a:p>
            <a:pPr marL="0" indent="0">
              <a:lnSpc>
                <a:spcPct val="120000"/>
              </a:lnSpc>
              <a:buNone/>
            </a:pPr>
            <a:r>
              <a:rPr lang="en-IN" b="1" u="sng" dirty="0"/>
              <a:t>Data Source</a:t>
            </a:r>
          </a:p>
          <a:p>
            <a:pPr marL="0" indent="0">
              <a:lnSpc>
                <a:spcPct val="120000"/>
              </a:lnSpc>
              <a:buNone/>
            </a:pPr>
            <a:r>
              <a:rPr lang="en-IN" dirty="0"/>
              <a:t>CSV agricultural dataset</a:t>
            </a:r>
          </a:p>
          <a:p>
            <a:pPr marL="0" indent="0">
              <a:lnSpc>
                <a:spcPct val="120000"/>
              </a:lnSpc>
              <a:buNone/>
            </a:pPr>
            <a:r>
              <a:rPr lang="en-IN" sz="2200" b="1" dirty="0"/>
              <a:t>Analytical Methods</a:t>
            </a:r>
          </a:p>
          <a:p>
            <a:pPr marL="0" indent="0">
              <a:lnSpc>
                <a:spcPct val="120000"/>
              </a:lnSpc>
              <a:buNone/>
            </a:pPr>
            <a:r>
              <a:rPr lang="en-IN" dirty="0"/>
              <a:t>• Data Cleaning</a:t>
            </a:r>
            <a:br>
              <a:rPr lang="en-IN" dirty="0"/>
            </a:br>
            <a:r>
              <a:rPr lang="en-IN" dirty="0"/>
              <a:t>• Exploratory Data Analysis</a:t>
            </a:r>
            <a:br>
              <a:rPr lang="en-IN" dirty="0"/>
            </a:br>
            <a:r>
              <a:rPr lang="en-IN" dirty="0"/>
              <a:t>• Descriptive Statistics</a:t>
            </a:r>
            <a:br>
              <a:rPr lang="en-IN" dirty="0"/>
            </a:br>
            <a:r>
              <a:rPr lang="en-IN" dirty="0"/>
              <a:t>• Correlation Analysis</a:t>
            </a:r>
            <a:br>
              <a:rPr lang="en-IN" dirty="0"/>
            </a:br>
            <a:r>
              <a:rPr lang="en-IN" dirty="0"/>
              <a:t>• Statistical Testing</a:t>
            </a:r>
            <a:br>
              <a:rPr lang="en-IN" dirty="0"/>
            </a:br>
            <a:r>
              <a:rPr lang="en-IN" dirty="0"/>
              <a:t>• Data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258792"/>
            <a:ext cx="5306291" cy="370936"/>
          </a:xfrm>
        </p:spPr>
        <p:txBody>
          <a:bodyPr>
            <a:normAutofit fontScale="90000"/>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193040"/>
            <a:ext cx="7174081" cy="704108"/>
          </a:xfrm>
        </p:spPr>
        <p:txBody>
          <a:bodyPr>
            <a:normAutofit fontScale="90000"/>
          </a:bodyPr>
          <a:lstStyle/>
          <a:p>
            <a:r>
              <a:rPr lang="en-IN" sz="4000" dirty="0"/>
              <a:t>Future scope</a:t>
            </a:r>
            <a:br>
              <a:rPr lang="en-IN" sz="4000" dirty="0"/>
            </a:br>
            <a:br>
              <a:rPr lang="en-IN" sz="4000" dirty="0"/>
            </a:br>
            <a:r>
              <a:rPr lang="en-IN" sz="1800" b="0" dirty="0"/>
              <a:t>• Incorporate agricultural data from multiple years to identify long-term trends.</a:t>
            </a:r>
            <a:br>
              <a:rPr lang="en-IN" sz="1800" b="0" dirty="0"/>
            </a:br>
            <a:br>
              <a:rPr lang="en-IN" sz="1800" b="0" dirty="0"/>
            </a:br>
            <a:r>
              <a:rPr lang="en-IN" sz="1800" b="0" dirty="0"/>
              <a:t>• Combine the dataset with historical weather and climate information.</a:t>
            </a:r>
            <a:br>
              <a:rPr lang="en-IN" sz="1800" b="0" dirty="0"/>
            </a:br>
            <a:br>
              <a:rPr lang="en-IN" sz="1800" b="0" dirty="0"/>
            </a:br>
            <a:r>
              <a:rPr lang="en-IN" sz="1800" b="0" dirty="0"/>
              <a:t>• Develop machine-learning models for predicting crop yield.</a:t>
            </a:r>
            <a:br>
              <a:rPr lang="en-IN" sz="1800" b="0" dirty="0"/>
            </a:br>
            <a:br>
              <a:rPr lang="en-IN" sz="1800" b="0" dirty="0"/>
            </a:br>
            <a:r>
              <a:rPr lang="en-IN" sz="1800" b="0" dirty="0"/>
              <a:t>• Build models for forecasting agricultural profitability.</a:t>
            </a:r>
            <a:br>
              <a:rPr lang="en-IN" sz="1800" b="0" dirty="0"/>
            </a:br>
            <a:br>
              <a:rPr lang="en-IN" sz="1800" b="0" dirty="0"/>
            </a:br>
            <a:r>
              <a:rPr lang="en-IN" sz="1800" b="0" dirty="0"/>
              <a:t>• Create crop-specific and region-specific recommendations.</a:t>
            </a:r>
            <a:br>
              <a:rPr lang="en-IN" sz="1800" b="0" dirty="0"/>
            </a:br>
            <a:br>
              <a:rPr lang="en-IN" sz="1800" b="0" dirty="0"/>
            </a:br>
            <a:r>
              <a:rPr lang="en-IN" sz="1800" b="0" dirty="0"/>
              <a:t>• Develop an interactive dashboard for farmers and agricultural planners.</a:t>
            </a:r>
            <a:br>
              <a:rPr lang="en-IN" sz="1800" b="0" dirty="0"/>
            </a:br>
            <a:br>
              <a:rPr lang="en-IN" sz="1800" b="0" dirty="0"/>
            </a:br>
            <a:r>
              <a:rPr lang="en-IN" sz="1800" b="0" dirty="0"/>
              <a:t>• Include future market-price information to improve profitability analysis.</a:t>
            </a:r>
            <a:br>
              <a:rPr lang="en-IN" sz="1800" b="0" dirty="0"/>
            </a:br>
            <a:br>
              <a:rPr lang="en-IN" sz="1800" b="0" dirty="0"/>
            </a:br>
            <a:r>
              <a:rPr lang="en-IN" sz="1800" b="0" dirty="0"/>
              <a:t>• </a:t>
            </a:r>
            <a:r>
              <a:rPr lang="en-IN" sz="1800" b="0" dirty="0" err="1"/>
              <a:t>Analyze</a:t>
            </a:r>
            <a:r>
              <a:rPr lang="en-IN" sz="1800" b="0" dirty="0"/>
              <a:t> fertilizer, pesticide and irrigation efficiency in greater detail.</a:t>
            </a:r>
            <a:br>
              <a:rPr lang="en-IN" sz="1800" b="0" dirty="0"/>
            </a:br>
            <a:endParaRPr lang="en-IN" sz="1800" b="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br>
              <a:rPr lang="en-IN" sz="3200" dirty="0"/>
            </a:br>
            <a:endParaRPr lang="en-IN" sz="3200" dirty="0"/>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CA5BD985-7D6F-3456-2C5D-ECCCCF9C960C}"/>
              </a:ext>
            </a:extLst>
          </p:cNvPr>
          <p:cNvPicPr>
            <a:picLocks noChangeAspect="1"/>
          </p:cNvPicPr>
          <p:nvPr/>
        </p:nvPicPr>
        <p:blipFill>
          <a:blip r:embed="rId3"/>
          <a:srcRect l="1" r="-403"/>
          <a:stretch>
            <a:fillRect/>
          </a:stretch>
        </p:blipFill>
        <p:spPr>
          <a:xfrm>
            <a:off x="675957" y="1474701"/>
            <a:ext cx="7225839" cy="509415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581</TotalTime>
  <Words>517</Words>
  <Application>Microsoft Office PowerPoint</Application>
  <PresentationFormat>Widescreen</PresentationFormat>
  <Paragraphs>45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The project focuses on analysing agricultural records collected from different farming conditions and seasons.  The dataset is explored to understand variations in crop production, yield, profit, irrigation, water efficiency, environmental conditions and agricultural risk. The analysis involves: • Data preprocessing and cleaning • Exploratory data analysis • Seasonal comparison • Crop and irrigation analysis • Correlation analysis • Statistical testing • Data visualization • Interpretation of results  The final findings are used to suggest ways in which agricultural planning can be improved.    </vt:lpstr>
      <vt:lpstr>WHO ARE THE END USERS?</vt:lpstr>
      <vt:lpstr>Technology Used</vt:lpstr>
      <vt:lpstr>RESULTS </vt:lpstr>
      <vt:lpstr>RESULTS </vt:lpstr>
      <vt:lpstr>RESULTS </vt:lpstr>
      <vt:lpstr>RESULTS </vt:lpstr>
      <vt:lpstr>RESULTS </vt:lpstr>
      <vt:lpstr>Future scope  • Incorporate agricultural data from multiple years to identify long-term trends.  • Combine the dataset with historical weather and climate information.  • Develop machine-learning models for predicting crop yield.  • Build models for forecasting agricultural profitability.  • Create crop-specific and region-specific recommendations.  • Develop an interactive dashboard for farmers and agricultural planners.  • Include future market-price information to improve profitability analysis.  • Analyze fertilizer, pesticide and irrigation efficiency in greater detail.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Samyak Biswas</cp:lastModifiedBy>
  <cp:revision>101</cp:revision>
  <dcterms:created xsi:type="dcterms:W3CDTF">2021-07-11T13:13:15Z</dcterms:created>
  <dcterms:modified xsi:type="dcterms:W3CDTF">2026-09-03T15:50:19Z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